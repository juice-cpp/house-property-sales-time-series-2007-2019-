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11ZLExDgXWxmudHPRDaywnbwG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378642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a3786427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3786427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a3786427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3786427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a3786427e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378642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a3786427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a378642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a3786427e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3786427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a3786427e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3786427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a3786427e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96899" y="2474893"/>
            <a:ext cx="109982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II – C11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dos Resultados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548851" y="3634925"/>
            <a:ext cx="509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do </a:t>
            </a:r>
            <a:r>
              <a:rPr b="1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House Property Sales Time Series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 Luísa Galvão Valeta</a:t>
            </a:r>
            <a:r>
              <a:rPr b="0" i="0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GES</a:t>
            </a:r>
            <a:r>
              <a:rPr b="0" i="0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Guilherme Souza Emergente</a:t>
            </a:r>
            <a:r>
              <a:rPr b="0" i="0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GES</a:t>
            </a:r>
            <a:r>
              <a:rPr b="0" i="0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378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Júlio César Taranto Azevedo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GES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pt-B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454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287867" y="1007266"/>
            <a:ext cx="115581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breve descrição sobre a Time Series escolhida (do que se trata)?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time series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representa dados do mercado imobiliário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ela contém registros de vendas de 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imóveis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 partir de 2007 até 2019, com frequência de dados trimestral.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visão do grupo, para quem (empresa, problema etc.) a análise desta Time Series pode ser estratégica?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análise desta Time Series pode ser estratégica para empresas do mercado imobiliário e 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órgãos</a:t>
            </a: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governamentais.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as colunas do </a:t>
            </a:r>
            <a:r>
              <a:rPr b="1"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saledate| MA | type | bedrooms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de acesso ao </a:t>
            </a:r>
            <a:r>
              <a:rPr b="1"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https://www.kaggle.com/datasets/htagholdings/property-sales?resource=download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3925" y="836887"/>
            <a:ext cx="8124149" cy="51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8725" y="819150"/>
            <a:ext cx="9534525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819150"/>
            <a:ext cx="9906000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aa3786427e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aa3786427e_0_2"/>
          <p:cNvSpPr txBox="1"/>
          <p:nvPr/>
        </p:nvSpPr>
        <p:spPr>
          <a:xfrm>
            <a:off x="287867" y="262467"/>
            <a:ext cx="98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/>
          </a:p>
        </p:txBody>
      </p:sp>
      <p:pic>
        <p:nvPicPr>
          <p:cNvPr id="109" name="Google Shape;109;g3aa3786427e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5863" y="819150"/>
            <a:ext cx="9820275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DA TIME SERIES ESCOLHIDA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287867" y="1176867"/>
            <a:ext cx="113793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série possui Tendência? Se sim, que tipo?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Sim. A série apresenta uma tendência crescente, que mostra aumento contínuo dos valores ao longo do tempo.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série possui Sazonalidade? Se sim, qual o período que ela acontece?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Sim. Possui uma sazonalidade anual com um padrão que se repete a cada 4 períodos.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série apresenta um Ciclo? Se sim, por qual razão?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Sim. Esses ciclos são não periódicos, e surgem devido à fatores econômicos mais amplos, como crescimento do mercado imobiliário, variações de juros, oferta e demanda, e condições financeiras ao longo dos anos.</a:t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aa3786427e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aa3786427e_0_31"/>
          <p:cNvSpPr txBox="1"/>
          <p:nvPr/>
        </p:nvSpPr>
        <p:spPr>
          <a:xfrm>
            <a:off x="287867" y="262467"/>
            <a:ext cx="983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aa3786427e_0_31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g3aa3786427e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50" y="1029075"/>
            <a:ext cx="5825700" cy="43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a3786427e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1925" y="1025588"/>
            <a:ext cx="5825701" cy="439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aa3786427e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aa3786427e_0_39"/>
          <p:cNvSpPr txBox="1"/>
          <p:nvPr/>
        </p:nvSpPr>
        <p:spPr>
          <a:xfrm>
            <a:off x="287867" y="262467"/>
            <a:ext cx="98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aa3786427e_0_39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g3aa3786427e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15" y="1121325"/>
            <a:ext cx="5850934" cy="4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aa3786427e_0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125" y="1121313"/>
            <a:ext cx="5777376" cy="4355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aa3786427e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a3786427e_0_49"/>
          <p:cNvSpPr txBox="1"/>
          <p:nvPr/>
        </p:nvSpPr>
        <p:spPr>
          <a:xfrm>
            <a:off x="287867" y="262467"/>
            <a:ext cx="983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aa3786427e_0_49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g3aa3786427e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50" y="1166825"/>
            <a:ext cx="5760500" cy="435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a3786427e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8275" y="1166825"/>
            <a:ext cx="5760499" cy="43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aa3786427e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aa3786427e_0_59"/>
          <p:cNvSpPr txBox="1"/>
          <p:nvPr/>
        </p:nvSpPr>
        <p:spPr>
          <a:xfrm>
            <a:off x="287867" y="262467"/>
            <a:ext cx="98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 ESCOLHIDA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a3786427e_0_59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g3aa3786427e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5625" y="1166813"/>
            <a:ext cx="600075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PREVISÃO DE VALORES DA SÉRIE TEMPORAL ESCOLHIDA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287867" y="1176867"/>
            <a:ext cx="11379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método dentre os que vimos seria o mais adequado para prevermos valores futuros desta série?</a:t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 método mais adequado para prever valores futuros desta série é o ARIMA, pois ele consegue capturar tanto a tendência crescente quanto </a:t>
            </a:r>
            <a:r>
              <a:rPr lang="pt-BR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às</a:t>
            </a:r>
            <a:r>
              <a:rPr lang="pt-BR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oscilações de curto prazo presentes nos dados.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788" y="2146475"/>
            <a:ext cx="9003474" cy="382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a3786427e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a3786427e_1_2"/>
          <p:cNvSpPr txBox="1"/>
          <p:nvPr/>
        </p:nvSpPr>
        <p:spPr>
          <a:xfrm>
            <a:off x="287867" y="262467"/>
            <a:ext cx="98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PREVISÃO DE VALORES DA SÉRIE TEMPORAL ESCOLHIDA</a:t>
            </a:r>
            <a:endParaRPr/>
          </a:p>
        </p:txBody>
      </p:sp>
      <p:sp>
        <p:nvSpPr>
          <p:cNvPr id="166" name="Google Shape;166;g3aa3786427e_1_2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aa3786427e_1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775" y="815900"/>
            <a:ext cx="10886451" cy="522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aa3786427e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a3786427e_1_13"/>
          <p:cNvSpPr txBox="1"/>
          <p:nvPr/>
        </p:nvSpPr>
        <p:spPr>
          <a:xfrm>
            <a:off x="287867" y="262467"/>
            <a:ext cx="98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PREVISÃO DE VALORES DA SÉRIE TEMPORAL ESCOLHIDA</a:t>
            </a:r>
            <a:endParaRPr/>
          </a:p>
        </p:txBody>
      </p:sp>
      <p:sp>
        <p:nvSpPr>
          <p:cNvPr id="174" name="Google Shape;174;g3aa3786427e_1_13"/>
          <p:cNvSpPr txBox="1"/>
          <p:nvPr/>
        </p:nvSpPr>
        <p:spPr>
          <a:xfrm>
            <a:off x="287867" y="1176867"/>
            <a:ext cx="113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aa3786427e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087" y="819188"/>
            <a:ext cx="10518875" cy="52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CONCLUSÕES DA EQUIPE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287867" y="1176867"/>
            <a:ext cx="11379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série temporal apresenta tendência crescente, indicando valorização constante dos preços ao longo dos anos.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Identificamos sazonalidade anual.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série também apresenta ciclos de longo prazo, refletindo oscilações relacionadas a fatores econômicos.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decomposição aditiva mostrou-se muito eficiente para separar e visualizar os componentes de tendência, sazonalidade e ruído.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análise segmentada por tipo de imóvel e número de quartos permitiu observar comportamentos específicos para cada grupo.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2016-10-18T13:17:06Z</dcterms:created>
  <dc:creator>Lais Aparecida Dias</dc:creator>
</cp:coreProperties>
</file>